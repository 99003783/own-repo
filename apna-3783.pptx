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56" r:id="rId4"/>
    <p:sldId id="257" r:id="rId5"/>
    <p:sldId id="258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E3FCE-9CA4-4B70-BC2A-22ECB2FFAA18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A0B1F-4533-4DA4-AF3B-FE40B7B8F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735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E3FCE-9CA4-4B70-BC2A-22ECB2FFAA18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A0B1F-4533-4DA4-AF3B-FE40B7B8F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649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E3FCE-9CA4-4B70-BC2A-22ECB2FFAA18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A0B1F-4533-4DA4-AF3B-FE40B7B8F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951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E3FCE-9CA4-4B70-BC2A-22ECB2FFAA18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A0B1F-4533-4DA4-AF3B-FE40B7B8F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056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E3FCE-9CA4-4B70-BC2A-22ECB2FFAA18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A0B1F-4533-4DA4-AF3B-FE40B7B8F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473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E3FCE-9CA4-4B70-BC2A-22ECB2FFAA18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A0B1F-4533-4DA4-AF3B-FE40B7B8F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032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E3FCE-9CA4-4B70-BC2A-22ECB2FFAA18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A0B1F-4533-4DA4-AF3B-FE40B7B8F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986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E3FCE-9CA4-4B70-BC2A-22ECB2FFAA18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A0B1F-4533-4DA4-AF3B-FE40B7B8F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700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E3FCE-9CA4-4B70-BC2A-22ECB2FFAA18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A0B1F-4533-4DA4-AF3B-FE40B7B8F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097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E3FCE-9CA4-4B70-BC2A-22ECB2FFAA18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A0B1F-4533-4DA4-AF3B-FE40B7B8F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529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E3FCE-9CA4-4B70-BC2A-22ECB2FFAA18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A0B1F-4533-4DA4-AF3B-FE40B7B8F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0107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roup 117"/>
          <p:cNvGrpSpPr/>
          <p:nvPr userDrawn="1"/>
        </p:nvGrpSpPr>
        <p:grpSpPr bwMode="gray">
          <a:xfrm>
            <a:off x="-12610" y="0"/>
            <a:ext cx="12183353" cy="6553200"/>
            <a:chOff x="-9458" y="0"/>
            <a:chExt cx="9137515" cy="4914900"/>
          </a:xfrm>
        </p:grpSpPr>
        <p:cxnSp>
          <p:nvCxnSpPr>
            <p:cNvPr id="119" name="Straight Connector 118"/>
            <p:cNvCxnSpPr/>
            <p:nvPr userDrawn="1"/>
          </p:nvCxnSpPr>
          <p:spPr bwMode="gray">
            <a:xfrm>
              <a:off x="13311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 userDrawn="1"/>
          </p:nvCxnSpPr>
          <p:spPr bwMode="gray">
            <a:xfrm>
              <a:off x="28584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 userDrawn="1"/>
          </p:nvCxnSpPr>
          <p:spPr bwMode="gray">
            <a:xfrm>
              <a:off x="438572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 userDrawn="1"/>
          </p:nvCxnSpPr>
          <p:spPr bwMode="gray">
            <a:xfrm>
              <a:off x="591302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 userDrawn="1"/>
          </p:nvCxnSpPr>
          <p:spPr bwMode="gray">
            <a:xfrm>
              <a:off x="74403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 userDrawn="1"/>
          </p:nvCxnSpPr>
          <p:spPr bwMode="gray">
            <a:xfrm>
              <a:off x="89676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/>
            <p:cNvCxnSpPr/>
            <p:nvPr userDrawn="1"/>
          </p:nvCxnSpPr>
          <p:spPr bwMode="gray">
            <a:xfrm>
              <a:off x="104949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/>
            <p:cNvCxnSpPr/>
            <p:nvPr userDrawn="1"/>
          </p:nvCxnSpPr>
          <p:spPr bwMode="gray">
            <a:xfrm>
              <a:off x="120222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/>
            <p:cNvCxnSpPr/>
            <p:nvPr userDrawn="1"/>
          </p:nvCxnSpPr>
          <p:spPr bwMode="gray">
            <a:xfrm>
              <a:off x="135495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/>
            <p:nvPr userDrawn="1"/>
          </p:nvCxnSpPr>
          <p:spPr bwMode="gray">
            <a:xfrm>
              <a:off x="150767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/>
            <p:nvPr userDrawn="1"/>
          </p:nvCxnSpPr>
          <p:spPr bwMode="gray">
            <a:xfrm>
              <a:off x="166040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/>
            <p:nvPr userDrawn="1"/>
          </p:nvCxnSpPr>
          <p:spPr bwMode="gray">
            <a:xfrm>
              <a:off x="181313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 userDrawn="1"/>
          </p:nvCxnSpPr>
          <p:spPr bwMode="gray">
            <a:xfrm>
              <a:off x="196586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/>
            <p:nvPr userDrawn="1"/>
          </p:nvCxnSpPr>
          <p:spPr bwMode="gray">
            <a:xfrm>
              <a:off x="211859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/>
            <p:nvPr userDrawn="1"/>
          </p:nvCxnSpPr>
          <p:spPr bwMode="gray">
            <a:xfrm>
              <a:off x="2271327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/>
            <p:cNvCxnSpPr/>
            <p:nvPr userDrawn="1"/>
          </p:nvCxnSpPr>
          <p:spPr bwMode="gray">
            <a:xfrm>
              <a:off x="2424057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/>
            <p:cNvCxnSpPr/>
            <p:nvPr userDrawn="1"/>
          </p:nvCxnSpPr>
          <p:spPr bwMode="gray">
            <a:xfrm>
              <a:off x="2576787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/>
            <p:cNvCxnSpPr/>
            <p:nvPr userDrawn="1"/>
          </p:nvCxnSpPr>
          <p:spPr bwMode="gray">
            <a:xfrm>
              <a:off x="2729516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/>
            <p:nvPr userDrawn="1"/>
          </p:nvCxnSpPr>
          <p:spPr bwMode="gray">
            <a:xfrm>
              <a:off x="2882246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/>
            <p:nvPr userDrawn="1"/>
          </p:nvCxnSpPr>
          <p:spPr bwMode="gray">
            <a:xfrm>
              <a:off x="3034975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/>
            <p:nvPr userDrawn="1"/>
          </p:nvCxnSpPr>
          <p:spPr bwMode="gray">
            <a:xfrm>
              <a:off x="3187705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/>
            <p:nvPr userDrawn="1"/>
          </p:nvCxnSpPr>
          <p:spPr bwMode="gray">
            <a:xfrm>
              <a:off x="3340435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/>
            <p:cNvCxnSpPr/>
            <p:nvPr userDrawn="1"/>
          </p:nvCxnSpPr>
          <p:spPr bwMode="gray">
            <a:xfrm>
              <a:off x="3493164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 userDrawn="1"/>
          </p:nvCxnSpPr>
          <p:spPr bwMode="gray">
            <a:xfrm>
              <a:off x="3645894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/>
            <p:cNvCxnSpPr/>
            <p:nvPr userDrawn="1"/>
          </p:nvCxnSpPr>
          <p:spPr bwMode="gray">
            <a:xfrm>
              <a:off x="379862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/>
            <p:cNvCxnSpPr/>
            <p:nvPr userDrawn="1"/>
          </p:nvCxnSpPr>
          <p:spPr bwMode="gray">
            <a:xfrm>
              <a:off x="395135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/>
            <p:cNvCxnSpPr/>
            <p:nvPr userDrawn="1"/>
          </p:nvCxnSpPr>
          <p:spPr bwMode="gray">
            <a:xfrm>
              <a:off x="410408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/>
            <p:cNvCxnSpPr/>
            <p:nvPr userDrawn="1"/>
          </p:nvCxnSpPr>
          <p:spPr bwMode="gray">
            <a:xfrm>
              <a:off x="4256812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/>
            <p:cNvCxnSpPr/>
            <p:nvPr userDrawn="1"/>
          </p:nvCxnSpPr>
          <p:spPr bwMode="gray">
            <a:xfrm>
              <a:off x="4409542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/>
            <p:cNvCxnSpPr/>
            <p:nvPr userDrawn="1"/>
          </p:nvCxnSpPr>
          <p:spPr bwMode="gray">
            <a:xfrm>
              <a:off x="456227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/>
            <p:cNvCxnSpPr/>
            <p:nvPr userDrawn="1"/>
          </p:nvCxnSpPr>
          <p:spPr bwMode="gray">
            <a:xfrm>
              <a:off x="471500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/>
            <p:cNvCxnSpPr/>
            <p:nvPr userDrawn="1"/>
          </p:nvCxnSpPr>
          <p:spPr bwMode="gray">
            <a:xfrm>
              <a:off x="486773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/>
            <p:cNvCxnSpPr/>
            <p:nvPr userDrawn="1"/>
          </p:nvCxnSpPr>
          <p:spPr bwMode="gray">
            <a:xfrm>
              <a:off x="502046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/>
            <p:cNvCxnSpPr/>
            <p:nvPr userDrawn="1"/>
          </p:nvCxnSpPr>
          <p:spPr bwMode="gray">
            <a:xfrm>
              <a:off x="517319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/>
            <p:cNvCxnSpPr/>
            <p:nvPr userDrawn="1"/>
          </p:nvCxnSpPr>
          <p:spPr bwMode="gray">
            <a:xfrm>
              <a:off x="532592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/>
            <p:cNvCxnSpPr/>
            <p:nvPr userDrawn="1"/>
          </p:nvCxnSpPr>
          <p:spPr bwMode="gray">
            <a:xfrm>
              <a:off x="547864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/>
            <p:cNvCxnSpPr/>
            <p:nvPr userDrawn="1"/>
          </p:nvCxnSpPr>
          <p:spPr bwMode="gray">
            <a:xfrm>
              <a:off x="563137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/>
            <p:cNvCxnSpPr/>
            <p:nvPr userDrawn="1"/>
          </p:nvCxnSpPr>
          <p:spPr bwMode="gray">
            <a:xfrm>
              <a:off x="578410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/>
            <p:cNvCxnSpPr/>
            <p:nvPr userDrawn="1"/>
          </p:nvCxnSpPr>
          <p:spPr bwMode="gray">
            <a:xfrm>
              <a:off x="593683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/>
            <p:cNvCxnSpPr/>
            <p:nvPr userDrawn="1"/>
          </p:nvCxnSpPr>
          <p:spPr bwMode="gray">
            <a:xfrm>
              <a:off x="608956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/>
            <p:cNvCxnSpPr/>
            <p:nvPr userDrawn="1"/>
          </p:nvCxnSpPr>
          <p:spPr bwMode="gray">
            <a:xfrm>
              <a:off x="6242297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/>
            <p:cNvCxnSpPr/>
            <p:nvPr userDrawn="1"/>
          </p:nvCxnSpPr>
          <p:spPr bwMode="gray">
            <a:xfrm>
              <a:off x="6395027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/>
            <p:cNvCxnSpPr/>
            <p:nvPr userDrawn="1"/>
          </p:nvCxnSpPr>
          <p:spPr bwMode="gray">
            <a:xfrm>
              <a:off x="6547756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/>
            <p:cNvCxnSpPr/>
            <p:nvPr userDrawn="1"/>
          </p:nvCxnSpPr>
          <p:spPr bwMode="gray">
            <a:xfrm>
              <a:off x="6700486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 userDrawn="1"/>
          </p:nvCxnSpPr>
          <p:spPr bwMode="gray">
            <a:xfrm>
              <a:off x="6853216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 userDrawn="1"/>
          </p:nvCxnSpPr>
          <p:spPr bwMode="gray">
            <a:xfrm>
              <a:off x="7005945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 userDrawn="1"/>
          </p:nvCxnSpPr>
          <p:spPr bwMode="gray">
            <a:xfrm>
              <a:off x="7158675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 userDrawn="1"/>
          </p:nvCxnSpPr>
          <p:spPr bwMode="gray">
            <a:xfrm>
              <a:off x="7311404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 userDrawn="1"/>
          </p:nvCxnSpPr>
          <p:spPr bwMode="gray">
            <a:xfrm>
              <a:off x="7464134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 userDrawn="1"/>
          </p:nvCxnSpPr>
          <p:spPr bwMode="gray">
            <a:xfrm>
              <a:off x="7616864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 userDrawn="1"/>
          </p:nvCxnSpPr>
          <p:spPr bwMode="gray">
            <a:xfrm>
              <a:off x="776959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 userDrawn="1"/>
          </p:nvCxnSpPr>
          <p:spPr bwMode="gray">
            <a:xfrm>
              <a:off x="792232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 userDrawn="1"/>
          </p:nvCxnSpPr>
          <p:spPr bwMode="gray">
            <a:xfrm>
              <a:off x="8075052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 userDrawn="1"/>
          </p:nvCxnSpPr>
          <p:spPr bwMode="gray">
            <a:xfrm>
              <a:off x="8227782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 userDrawn="1"/>
          </p:nvCxnSpPr>
          <p:spPr bwMode="gray">
            <a:xfrm>
              <a:off x="8380512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 userDrawn="1"/>
          </p:nvCxnSpPr>
          <p:spPr bwMode="gray">
            <a:xfrm>
              <a:off x="853324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 userDrawn="1"/>
          </p:nvCxnSpPr>
          <p:spPr bwMode="gray">
            <a:xfrm>
              <a:off x="868597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 userDrawn="1"/>
          </p:nvCxnSpPr>
          <p:spPr bwMode="gray">
            <a:xfrm>
              <a:off x="883870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 userDrawn="1"/>
          </p:nvCxnSpPr>
          <p:spPr bwMode="gray">
            <a:xfrm>
              <a:off x="8991426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/>
            <p:cNvCxnSpPr/>
            <p:nvPr userDrawn="1"/>
          </p:nvCxnSpPr>
          <p:spPr bwMode="gray">
            <a:xfrm flipH="1">
              <a:off x="-9458" y="0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/>
            <p:cNvCxnSpPr/>
            <p:nvPr userDrawn="1"/>
          </p:nvCxnSpPr>
          <p:spPr bwMode="gray">
            <a:xfrm flipH="1">
              <a:off x="-9458" y="152838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/>
            <p:cNvCxnSpPr/>
            <p:nvPr userDrawn="1"/>
          </p:nvCxnSpPr>
          <p:spPr bwMode="gray">
            <a:xfrm flipH="1">
              <a:off x="-9458" y="305676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 userDrawn="1"/>
          </p:nvCxnSpPr>
          <p:spPr bwMode="gray">
            <a:xfrm flipH="1">
              <a:off x="-9458" y="458514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/>
            <p:cNvCxnSpPr/>
            <p:nvPr userDrawn="1"/>
          </p:nvCxnSpPr>
          <p:spPr bwMode="gray">
            <a:xfrm flipH="1">
              <a:off x="-9458" y="611352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/>
            <p:cNvCxnSpPr/>
            <p:nvPr userDrawn="1"/>
          </p:nvCxnSpPr>
          <p:spPr bwMode="gray">
            <a:xfrm flipH="1">
              <a:off x="-9458" y="764190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/>
            <p:cNvCxnSpPr/>
            <p:nvPr userDrawn="1"/>
          </p:nvCxnSpPr>
          <p:spPr bwMode="gray">
            <a:xfrm flipH="1">
              <a:off x="-9458" y="917028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 userDrawn="1"/>
          </p:nvCxnSpPr>
          <p:spPr bwMode="gray">
            <a:xfrm flipH="1">
              <a:off x="-9458" y="1069866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/>
            <p:cNvCxnSpPr/>
            <p:nvPr userDrawn="1"/>
          </p:nvCxnSpPr>
          <p:spPr bwMode="gray">
            <a:xfrm flipH="1">
              <a:off x="-9458" y="1222704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 userDrawn="1"/>
          </p:nvCxnSpPr>
          <p:spPr bwMode="gray">
            <a:xfrm flipH="1">
              <a:off x="-9458" y="1375542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/>
            <p:cNvCxnSpPr/>
            <p:nvPr userDrawn="1"/>
          </p:nvCxnSpPr>
          <p:spPr bwMode="gray">
            <a:xfrm flipH="1">
              <a:off x="-9458" y="1528380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 userDrawn="1"/>
          </p:nvCxnSpPr>
          <p:spPr bwMode="gray">
            <a:xfrm flipH="1">
              <a:off x="-9458" y="1681218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/>
            <p:cNvCxnSpPr/>
            <p:nvPr userDrawn="1"/>
          </p:nvCxnSpPr>
          <p:spPr bwMode="gray">
            <a:xfrm flipH="1">
              <a:off x="-9458" y="1834056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 userDrawn="1"/>
          </p:nvCxnSpPr>
          <p:spPr bwMode="gray">
            <a:xfrm flipH="1">
              <a:off x="-9458" y="1986894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/>
            <p:cNvCxnSpPr/>
            <p:nvPr userDrawn="1"/>
          </p:nvCxnSpPr>
          <p:spPr bwMode="gray">
            <a:xfrm flipH="1">
              <a:off x="-9458" y="2139732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 userDrawn="1"/>
          </p:nvCxnSpPr>
          <p:spPr bwMode="gray">
            <a:xfrm flipH="1">
              <a:off x="-9458" y="2292570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/>
            <p:cNvCxnSpPr/>
            <p:nvPr userDrawn="1"/>
          </p:nvCxnSpPr>
          <p:spPr bwMode="gray">
            <a:xfrm flipH="1">
              <a:off x="-9458" y="2445408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 userDrawn="1"/>
          </p:nvCxnSpPr>
          <p:spPr bwMode="gray">
            <a:xfrm flipH="1">
              <a:off x="-9458" y="2598246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/>
            <p:cNvCxnSpPr/>
            <p:nvPr userDrawn="1"/>
          </p:nvCxnSpPr>
          <p:spPr bwMode="gray">
            <a:xfrm flipH="1">
              <a:off x="-9458" y="2751084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 userDrawn="1"/>
          </p:nvCxnSpPr>
          <p:spPr bwMode="gray">
            <a:xfrm flipH="1">
              <a:off x="-9458" y="2903922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/>
            <p:cNvCxnSpPr/>
            <p:nvPr userDrawn="1"/>
          </p:nvCxnSpPr>
          <p:spPr bwMode="gray">
            <a:xfrm flipH="1">
              <a:off x="-9458" y="3056760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 userDrawn="1"/>
          </p:nvCxnSpPr>
          <p:spPr bwMode="gray">
            <a:xfrm flipH="1">
              <a:off x="-9458" y="3209598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/>
            <p:cNvCxnSpPr/>
            <p:nvPr userDrawn="1"/>
          </p:nvCxnSpPr>
          <p:spPr bwMode="gray">
            <a:xfrm flipH="1">
              <a:off x="-9458" y="3362436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 userDrawn="1"/>
          </p:nvCxnSpPr>
          <p:spPr bwMode="gray">
            <a:xfrm flipH="1">
              <a:off x="-9458" y="3515274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/>
            <p:cNvCxnSpPr/>
            <p:nvPr userDrawn="1"/>
          </p:nvCxnSpPr>
          <p:spPr bwMode="gray">
            <a:xfrm flipH="1">
              <a:off x="-9458" y="3668112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 userDrawn="1"/>
          </p:nvCxnSpPr>
          <p:spPr bwMode="gray">
            <a:xfrm flipH="1">
              <a:off x="-9458" y="3820950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/>
            <p:cNvCxnSpPr/>
            <p:nvPr userDrawn="1"/>
          </p:nvCxnSpPr>
          <p:spPr bwMode="gray">
            <a:xfrm flipH="1">
              <a:off x="-9458" y="3973788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 userDrawn="1"/>
          </p:nvCxnSpPr>
          <p:spPr bwMode="gray">
            <a:xfrm flipH="1">
              <a:off x="-9458" y="4126626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/>
            <p:cNvCxnSpPr/>
            <p:nvPr userDrawn="1"/>
          </p:nvCxnSpPr>
          <p:spPr bwMode="gray">
            <a:xfrm flipH="1">
              <a:off x="-9458" y="4279464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/>
            <p:cNvCxnSpPr/>
            <p:nvPr userDrawn="1"/>
          </p:nvCxnSpPr>
          <p:spPr bwMode="gray">
            <a:xfrm flipH="1">
              <a:off x="-9458" y="4438170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/>
            <p:cNvCxnSpPr/>
            <p:nvPr userDrawn="1"/>
          </p:nvCxnSpPr>
          <p:spPr bwMode="gray">
            <a:xfrm flipH="1">
              <a:off x="-9458" y="4591008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 userDrawn="1"/>
          </p:nvCxnSpPr>
          <p:spPr bwMode="gray">
            <a:xfrm flipH="1">
              <a:off x="-9458" y="4743846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/>
            <p:cNvCxnSpPr/>
            <p:nvPr userDrawn="1"/>
          </p:nvCxnSpPr>
          <p:spPr bwMode="gray">
            <a:xfrm flipH="1">
              <a:off x="-9458" y="4896684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 userDrawn="1"/>
        </p:nvGrpSpPr>
        <p:grpSpPr bwMode="gray">
          <a:xfrm>
            <a:off x="1735928" y="1786591"/>
            <a:ext cx="937741" cy="991132"/>
            <a:chOff x="-3330575" y="3005138"/>
            <a:chExt cx="1533526" cy="1620837"/>
          </a:xfrm>
          <a:solidFill>
            <a:srgbClr val="003F72"/>
          </a:solidFill>
        </p:grpSpPr>
        <p:sp>
          <p:nvSpPr>
            <p:cNvPr id="18" name="Freeform 6"/>
            <p:cNvSpPr>
              <a:spLocks/>
            </p:cNvSpPr>
            <p:nvPr/>
          </p:nvSpPr>
          <p:spPr bwMode="gray">
            <a:xfrm>
              <a:off x="-3330575" y="3005138"/>
              <a:ext cx="1233488" cy="1620837"/>
            </a:xfrm>
            <a:custGeom>
              <a:avLst/>
              <a:gdLst>
                <a:gd name="T0" fmla="*/ 621 w 777"/>
                <a:gd name="T1" fmla="*/ 0 h 1021"/>
                <a:gd name="T2" fmla="*/ 0 w 777"/>
                <a:gd name="T3" fmla="*/ 1021 h 1021"/>
                <a:gd name="T4" fmla="*/ 621 w 777"/>
                <a:gd name="T5" fmla="*/ 1021 h 1021"/>
                <a:gd name="T6" fmla="*/ 777 w 777"/>
                <a:gd name="T7" fmla="*/ 785 h 1021"/>
                <a:gd name="T8" fmla="*/ 231 w 777"/>
                <a:gd name="T9" fmla="*/ 785 h 1021"/>
                <a:gd name="T10" fmla="*/ 699 w 777"/>
                <a:gd name="T11" fmla="*/ 0 h 1021"/>
                <a:gd name="T12" fmla="*/ 621 w 777"/>
                <a:gd name="T13" fmla="*/ 0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77" h="1021">
                  <a:moveTo>
                    <a:pt x="621" y="0"/>
                  </a:moveTo>
                  <a:lnTo>
                    <a:pt x="0" y="1021"/>
                  </a:lnTo>
                  <a:lnTo>
                    <a:pt x="621" y="1021"/>
                  </a:lnTo>
                  <a:lnTo>
                    <a:pt x="777" y="785"/>
                  </a:lnTo>
                  <a:lnTo>
                    <a:pt x="231" y="785"/>
                  </a:lnTo>
                  <a:lnTo>
                    <a:pt x="699" y="0"/>
                  </a:lnTo>
                  <a:lnTo>
                    <a:pt x="62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913393"/>
              <a:endParaRPr lang="en-IN" sz="1797">
                <a:solidFill>
                  <a:prstClr val="black"/>
                </a:solidFill>
              </a:endParaRPr>
            </a:p>
          </p:txBody>
        </p:sp>
        <p:sp>
          <p:nvSpPr>
            <p:cNvPr id="19" name="Freeform 7"/>
            <p:cNvSpPr>
              <a:spLocks/>
            </p:cNvSpPr>
            <p:nvPr/>
          </p:nvSpPr>
          <p:spPr bwMode="gray">
            <a:xfrm>
              <a:off x="-2611437" y="3005138"/>
              <a:ext cx="814388" cy="1136650"/>
            </a:xfrm>
            <a:custGeom>
              <a:avLst/>
              <a:gdLst>
                <a:gd name="T0" fmla="*/ 435 w 513"/>
                <a:gd name="T1" fmla="*/ 0 h 716"/>
                <a:gd name="T2" fmla="*/ 513 w 513"/>
                <a:gd name="T3" fmla="*/ 0 h 716"/>
                <a:gd name="T4" fmla="*/ 78 w 513"/>
                <a:gd name="T5" fmla="*/ 716 h 716"/>
                <a:gd name="T6" fmla="*/ 0 w 513"/>
                <a:gd name="T7" fmla="*/ 716 h 716"/>
                <a:gd name="T8" fmla="*/ 435 w 513"/>
                <a:gd name="T9" fmla="*/ 0 h 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3" h="716">
                  <a:moveTo>
                    <a:pt x="435" y="0"/>
                  </a:moveTo>
                  <a:lnTo>
                    <a:pt x="513" y="0"/>
                  </a:lnTo>
                  <a:lnTo>
                    <a:pt x="78" y="716"/>
                  </a:lnTo>
                  <a:lnTo>
                    <a:pt x="0" y="716"/>
                  </a:lnTo>
                  <a:lnTo>
                    <a:pt x="43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913393"/>
              <a:endParaRPr lang="en-IN" sz="1797">
                <a:solidFill>
                  <a:prstClr val="black"/>
                </a:solidFill>
              </a:endParaRPr>
            </a:p>
          </p:txBody>
        </p:sp>
      </p:grpSp>
      <p:grpSp>
        <p:nvGrpSpPr>
          <p:cNvPr id="20" name="Group 19"/>
          <p:cNvGrpSpPr/>
          <p:nvPr userDrawn="1"/>
        </p:nvGrpSpPr>
        <p:grpSpPr bwMode="gray">
          <a:xfrm>
            <a:off x="9542501" y="3280153"/>
            <a:ext cx="917355" cy="993073"/>
            <a:chOff x="2301081" y="6662108"/>
            <a:chExt cx="1500188" cy="1624012"/>
          </a:xfrm>
          <a:solidFill>
            <a:srgbClr val="003F72"/>
          </a:solidFill>
        </p:grpSpPr>
        <p:sp>
          <p:nvSpPr>
            <p:cNvPr id="21" name="Freeform 8"/>
            <p:cNvSpPr>
              <a:spLocks/>
            </p:cNvSpPr>
            <p:nvPr/>
          </p:nvSpPr>
          <p:spPr bwMode="gray">
            <a:xfrm>
              <a:off x="2551906" y="6662108"/>
              <a:ext cx="1249363" cy="393700"/>
            </a:xfrm>
            <a:custGeom>
              <a:avLst/>
              <a:gdLst>
                <a:gd name="T0" fmla="*/ 402 w 787"/>
                <a:gd name="T1" fmla="*/ 248 h 248"/>
                <a:gd name="T2" fmla="*/ 633 w 787"/>
                <a:gd name="T3" fmla="*/ 248 h 248"/>
                <a:gd name="T4" fmla="*/ 787 w 787"/>
                <a:gd name="T5" fmla="*/ 0 h 248"/>
                <a:gd name="T6" fmla="*/ 151 w 787"/>
                <a:gd name="T7" fmla="*/ 0 h 248"/>
                <a:gd name="T8" fmla="*/ 0 w 787"/>
                <a:gd name="T9" fmla="*/ 246 h 248"/>
                <a:gd name="T10" fmla="*/ 402 w 787"/>
                <a:gd name="T11" fmla="*/ 248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87" h="248">
                  <a:moveTo>
                    <a:pt x="402" y="248"/>
                  </a:moveTo>
                  <a:lnTo>
                    <a:pt x="633" y="248"/>
                  </a:lnTo>
                  <a:lnTo>
                    <a:pt x="787" y="0"/>
                  </a:lnTo>
                  <a:lnTo>
                    <a:pt x="151" y="0"/>
                  </a:lnTo>
                  <a:lnTo>
                    <a:pt x="0" y="246"/>
                  </a:lnTo>
                  <a:lnTo>
                    <a:pt x="402" y="2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913393"/>
              <a:endParaRPr lang="en-IN" sz="1797">
                <a:solidFill>
                  <a:prstClr val="black"/>
                </a:solidFill>
              </a:endParaRPr>
            </a:p>
          </p:txBody>
        </p:sp>
        <p:sp>
          <p:nvSpPr>
            <p:cNvPr id="22" name="Freeform 9"/>
            <p:cNvSpPr>
              <a:spLocks/>
            </p:cNvSpPr>
            <p:nvPr/>
          </p:nvSpPr>
          <p:spPr bwMode="gray">
            <a:xfrm>
              <a:off x="2683669" y="7162170"/>
              <a:ext cx="809625" cy="1123950"/>
            </a:xfrm>
            <a:custGeom>
              <a:avLst/>
              <a:gdLst>
                <a:gd name="T0" fmla="*/ 435 w 510"/>
                <a:gd name="T1" fmla="*/ 0 h 708"/>
                <a:gd name="T2" fmla="*/ 510 w 510"/>
                <a:gd name="T3" fmla="*/ 0 h 708"/>
                <a:gd name="T4" fmla="*/ 78 w 510"/>
                <a:gd name="T5" fmla="*/ 708 h 708"/>
                <a:gd name="T6" fmla="*/ 0 w 510"/>
                <a:gd name="T7" fmla="*/ 708 h 708"/>
                <a:gd name="T8" fmla="*/ 435 w 510"/>
                <a:gd name="T9" fmla="*/ 0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0" h="708">
                  <a:moveTo>
                    <a:pt x="435" y="0"/>
                  </a:moveTo>
                  <a:lnTo>
                    <a:pt x="510" y="0"/>
                  </a:lnTo>
                  <a:lnTo>
                    <a:pt x="78" y="708"/>
                  </a:lnTo>
                  <a:lnTo>
                    <a:pt x="0" y="708"/>
                  </a:lnTo>
                  <a:lnTo>
                    <a:pt x="43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913393"/>
              <a:endParaRPr lang="en-IN" sz="1797">
                <a:solidFill>
                  <a:prstClr val="black"/>
                </a:solidFill>
              </a:endParaRPr>
            </a:p>
          </p:txBody>
        </p:sp>
        <p:sp>
          <p:nvSpPr>
            <p:cNvPr id="23" name="Freeform 10"/>
            <p:cNvSpPr>
              <a:spLocks/>
            </p:cNvSpPr>
            <p:nvPr/>
          </p:nvSpPr>
          <p:spPr bwMode="gray">
            <a:xfrm>
              <a:off x="2301081" y="7162170"/>
              <a:ext cx="803275" cy="1123950"/>
            </a:xfrm>
            <a:custGeom>
              <a:avLst/>
              <a:gdLst>
                <a:gd name="T0" fmla="*/ 430 w 506"/>
                <a:gd name="T1" fmla="*/ 0 h 708"/>
                <a:gd name="T2" fmla="*/ 506 w 506"/>
                <a:gd name="T3" fmla="*/ 0 h 708"/>
                <a:gd name="T4" fmla="*/ 76 w 506"/>
                <a:gd name="T5" fmla="*/ 708 h 708"/>
                <a:gd name="T6" fmla="*/ 0 w 506"/>
                <a:gd name="T7" fmla="*/ 708 h 708"/>
                <a:gd name="T8" fmla="*/ 430 w 506"/>
                <a:gd name="T9" fmla="*/ 0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6" h="708">
                  <a:moveTo>
                    <a:pt x="430" y="0"/>
                  </a:moveTo>
                  <a:lnTo>
                    <a:pt x="506" y="0"/>
                  </a:lnTo>
                  <a:lnTo>
                    <a:pt x="76" y="708"/>
                  </a:lnTo>
                  <a:lnTo>
                    <a:pt x="0" y="708"/>
                  </a:lnTo>
                  <a:lnTo>
                    <a:pt x="43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913393"/>
              <a:endParaRPr lang="en-IN" sz="1797">
                <a:solidFill>
                  <a:prstClr val="black"/>
                </a:solidFill>
              </a:endParaRPr>
            </a:p>
          </p:txBody>
        </p:sp>
      </p:grpSp>
      <p:sp>
        <p:nvSpPr>
          <p:cNvPr id="25" name="Parallelogram 24"/>
          <p:cNvSpPr/>
          <p:nvPr/>
        </p:nvSpPr>
        <p:spPr bwMode="gray">
          <a:xfrm>
            <a:off x="1905691" y="2177108"/>
            <a:ext cx="8442885" cy="1577177"/>
          </a:xfrm>
          <a:prstGeom prst="parallelogram">
            <a:avLst>
              <a:gd name="adj" fmla="val 58625"/>
            </a:avLst>
          </a:prstGeom>
          <a:solidFill>
            <a:srgbClr val="003F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905691" y="2178051"/>
            <a:ext cx="8414933" cy="1576916"/>
          </a:xfrm>
          <a:prstGeom prst="parallelogram">
            <a:avLst>
              <a:gd name="adj" fmla="val 58503"/>
            </a:avLst>
          </a:prstGeom>
        </p:spPr>
        <p:txBody>
          <a:bodyPr lIns="36000" rIns="36000" anchor="ctr">
            <a:noAutofit/>
          </a:bodyPr>
          <a:lstStyle>
            <a:lvl1pPr marL="0" indent="0" algn="ctr">
              <a:buFontTx/>
              <a:buNone/>
              <a:defRPr sz="3200">
                <a:solidFill>
                  <a:schemeClr val="bg1"/>
                </a:solidFill>
              </a:defRPr>
            </a:lvl1pPr>
            <a:lvl2pPr marL="457177" indent="0" algn="ctr">
              <a:buFontTx/>
              <a:buNone/>
              <a:defRPr/>
            </a:lvl2pPr>
            <a:lvl3pPr marL="914353" indent="0" algn="ctr">
              <a:buFontTx/>
              <a:buNone/>
              <a:defRPr/>
            </a:lvl3pPr>
            <a:lvl4pPr marL="1371531" indent="0" algn="ctr">
              <a:buFontTx/>
              <a:buNone/>
              <a:defRPr/>
            </a:lvl4pPr>
            <a:lvl5pPr marL="1828709" indent="0" algn="ctr">
              <a:buFontTx/>
              <a:buNone/>
              <a:defRPr/>
            </a:lvl5pPr>
          </a:lstStyle>
          <a:p>
            <a:pPr lvl="0"/>
            <a:r>
              <a:rPr lang="en-US" dirty="0"/>
              <a:t>Section Breaker</a:t>
            </a:r>
          </a:p>
        </p:txBody>
      </p:sp>
      <p:sp>
        <p:nvSpPr>
          <p:cNvPr id="117" name="TextBox 116"/>
          <p:cNvSpPr txBox="1"/>
          <p:nvPr userDrawn="1"/>
        </p:nvSpPr>
        <p:spPr bwMode="gray">
          <a:xfrm>
            <a:off x="3974166" y="6581380"/>
            <a:ext cx="4273668" cy="276997"/>
          </a:xfrm>
          <a:prstGeom prst="rect">
            <a:avLst/>
          </a:prstGeom>
          <a:noFill/>
        </p:spPr>
        <p:txBody>
          <a:bodyPr wrap="none" lIns="91439" tIns="45719" rIns="91439" bIns="45719" rtlCol="0">
            <a:spAutoFit/>
          </a:bodyPr>
          <a:lstStyle/>
          <a:p>
            <a:pPr algn="ctr" defTabSz="1219108">
              <a:defRPr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Restricted Circulation | L&amp;T Technology Services | www.LTTS.com</a:t>
            </a:r>
          </a:p>
        </p:txBody>
      </p:sp>
    </p:spTree>
    <p:extLst>
      <p:ext uri="{BB962C8B-B14F-4D97-AF65-F5344CB8AC3E}">
        <p14:creationId xmlns:p14="http://schemas.microsoft.com/office/powerpoint/2010/main" val="14169949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406400" y="1"/>
            <a:ext cx="11379200" cy="67382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Click to edit Title Text</a:t>
            </a:r>
          </a:p>
        </p:txBody>
      </p:sp>
      <p:sp>
        <p:nvSpPr>
          <p:cNvPr id="7" name="Content Placeholder 2"/>
          <p:cNvSpPr>
            <a:spLocks noGrp="1"/>
          </p:cNvSpPr>
          <p:nvPr userDrawn="1">
            <p:ph idx="1"/>
          </p:nvPr>
        </p:nvSpPr>
        <p:spPr bwMode="gray">
          <a:xfrm>
            <a:off x="406400" y="889000"/>
            <a:ext cx="11379200" cy="5588000"/>
          </a:xfrm>
          <a:prstGeom prst="rect">
            <a:avLst/>
          </a:prstGeom>
        </p:spPr>
        <p:txBody>
          <a:bodyPr vert="horz" lIns="68579" tIns="34289" rIns="68579" bIns="34289" rtlCol="0">
            <a:normAutofit/>
          </a:bodyPr>
          <a:lstStyle>
            <a:lvl1pPr>
              <a:defRPr lang="en-US" sz="2400" smtClean="0"/>
            </a:lvl1pPr>
            <a:lvl2pPr>
              <a:defRPr lang="en-US" sz="2133" smtClean="0"/>
            </a:lvl2pPr>
            <a:lvl3pPr>
              <a:defRPr lang="en-US" sz="1867" smtClean="0"/>
            </a:lvl3pPr>
            <a:lvl4pPr>
              <a:defRPr lang="en-US" sz="1600" smtClean="0"/>
            </a:lvl4pPr>
            <a:lvl5pPr>
              <a:defRPr lang="en-US" sz="1467" dirty="0"/>
            </a:lvl5pPr>
          </a:lstStyle>
          <a:p>
            <a:pPr lvl="0">
              <a:buFontTx/>
              <a:buBlip>
                <a:blip r:embed="rId2"/>
              </a:buBlip>
            </a:pPr>
            <a:r>
              <a:rPr lang="en-US"/>
              <a:t>Edit Master text styles</a:t>
            </a:r>
          </a:p>
          <a:p>
            <a:pPr lvl="1">
              <a:buFontTx/>
              <a:buBlip>
                <a:blip r:embed="rId2"/>
              </a:buBlip>
            </a:pPr>
            <a:r>
              <a:rPr lang="en-US"/>
              <a:t>Second level</a:t>
            </a:r>
          </a:p>
          <a:p>
            <a:pPr lvl="2">
              <a:buFontTx/>
              <a:buBlip>
                <a:blip r:embed="rId2"/>
              </a:buBlip>
            </a:pPr>
            <a:r>
              <a:rPr lang="en-US"/>
              <a:t>Third level</a:t>
            </a:r>
          </a:p>
          <a:p>
            <a:pPr lvl="3">
              <a:buFontTx/>
              <a:buBlip>
                <a:blip r:embed="rId2"/>
              </a:buBlip>
            </a:pPr>
            <a:r>
              <a:rPr lang="en-US"/>
              <a:t>Fourth level</a:t>
            </a:r>
          </a:p>
          <a:p>
            <a:pPr lvl="4">
              <a:buFontTx/>
              <a:buBlip>
                <a:blip r:embed="rId2"/>
              </a:buBlip>
            </a:pPr>
            <a:r>
              <a:rPr lang="en-US"/>
              <a:t>Fifth level</a:t>
            </a:r>
            <a:endParaRPr lang="en-US" dirty="0"/>
          </a:p>
        </p:txBody>
      </p:sp>
      <p:grpSp>
        <p:nvGrpSpPr>
          <p:cNvPr id="2" name="Group 1"/>
          <p:cNvGrpSpPr/>
          <p:nvPr userDrawn="1"/>
        </p:nvGrpSpPr>
        <p:grpSpPr bwMode="gray">
          <a:xfrm>
            <a:off x="333331" y="633676"/>
            <a:ext cx="11525339" cy="144093"/>
            <a:chOff x="249998" y="488319"/>
            <a:chExt cx="8644004" cy="108070"/>
          </a:xfrm>
        </p:grpSpPr>
        <p:sp>
          <p:nvSpPr>
            <p:cNvPr id="18" name="Parallelogram 2"/>
            <p:cNvSpPr/>
            <p:nvPr/>
          </p:nvSpPr>
          <p:spPr bwMode="gray">
            <a:xfrm>
              <a:off x="249998" y="488320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19" name="Parallelogram 2"/>
            <p:cNvSpPr/>
            <p:nvPr/>
          </p:nvSpPr>
          <p:spPr bwMode="gray">
            <a:xfrm rot="10800000" flipH="1" flipV="1">
              <a:off x="308781" y="488319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</p:grpSp>
    </p:spTree>
    <p:extLst>
      <p:ext uri="{BB962C8B-B14F-4D97-AF65-F5344CB8AC3E}">
        <p14:creationId xmlns:p14="http://schemas.microsoft.com/office/powerpoint/2010/main" val="35095773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FE3FCE-9CA4-4B70-BC2A-22ECB2FFAA18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8A0B1F-4533-4DA4-AF3B-FE40B7B8F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97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b="1" dirty="0">
                <a:cs typeface="Calibri"/>
              </a:rPr>
              <a:t>Differentials in an </a:t>
            </a:r>
            <a:r>
              <a:rPr lang="en-IN" b="1" dirty="0" err="1">
                <a:cs typeface="Calibri"/>
              </a:rPr>
              <a:t>AutoMobile</a:t>
            </a:r>
            <a:endParaRPr lang="en-IN" b="1" dirty="0">
              <a:cs typeface="Calibri"/>
            </a:endParaRPr>
          </a:p>
        </p:txBody>
      </p:sp>
      <p:pic>
        <p:nvPicPr>
          <p:cNvPr id="3" name="Picture 2">
            <a:hlinkClick r:id="rId2" action="ppaction://hlinksldjump"/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183059" y="5611181"/>
            <a:ext cx="720605" cy="700524"/>
          </a:xfrm>
          <a:prstGeom prst="ellipse">
            <a:avLst/>
          </a:prstGeom>
          <a:ln w="63500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3739546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667" b="1" dirty="0">
                <a:latin typeface="Calibri"/>
                <a:cs typeface="Calibri"/>
              </a:rPr>
              <a:t>What is Differential:</a:t>
            </a:r>
            <a:endParaRPr lang="en-US" sz="2667" dirty="0">
              <a:latin typeface="Calibri"/>
              <a:cs typeface="Calibri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21E6DF-0A24-4313-9561-35581ACD3C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39" tIns="45719" rIns="91439" bIns="45719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A differential is a system that transmits an engine’s torque to the wheels. The differential takes the power from the engine and splits it, allowing the wheels to spin at different speeds.</a:t>
            </a:r>
            <a:endParaRPr lang="en-US" dirty="0">
              <a:cs typeface="Calibri"/>
            </a:endParaRPr>
          </a:p>
          <a:p>
            <a:pPr marL="0" indent="0">
              <a:buNone/>
            </a:pPr>
            <a:endParaRPr lang="en-US" dirty="0">
              <a:cs typeface="Calibri"/>
            </a:endParaRPr>
          </a:p>
          <a:p>
            <a:pPr marL="0" indent="0">
              <a:buNone/>
            </a:pPr>
            <a:endParaRPr lang="en-US" dirty="0">
              <a:cs typeface="Calibri"/>
            </a:endParaRPr>
          </a:p>
          <a:p>
            <a:pPr marL="0" indent="0">
              <a:buNone/>
            </a:pPr>
            <a:endParaRPr lang="en-US" dirty="0">
              <a:cs typeface="Calibri"/>
            </a:endParaRPr>
          </a:p>
          <a:p>
            <a:pPr marL="0" indent="0">
              <a:buNone/>
            </a:pPr>
            <a:r>
              <a:rPr lang="en-US" dirty="0">
                <a:cs typeface="Calibri"/>
              </a:rPr>
              <a:t>Applications:-</a:t>
            </a:r>
          </a:p>
          <a:p>
            <a:r>
              <a:rPr lang="en-US" dirty="0">
                <a:cs typeface="Calibri"/>
              </a:rPr>
              <a:t> when the vehicle takes turn at circular path the wheels opposite to the driver side turns at bigger diameter than the driver side.</a:t>
            </a:r>
          </a:p>
          <a:p>
            <a:pPr marL="0" indent="0">
              <a:buNone/>
            </a:pPr>
            <a:endParaRPr lang="en-US" dirty="0">
              <a:cs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7356" y="1696197"/>
            <a:ext cx="2920601" cy="198680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2164" y="4336942"/>
            <a:ext cx="2220967" cy="2061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633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582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847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978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195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70</Words>
  <Application>Microsoft Office PowerPoint</Application>
  <PresentationFormat>Widescreen</PresentationFormat>
  <Paragraphs>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What is Differential: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Amiya Kumar Panda</dc:creator>
  <cp:lastModifiedBy>Amiya Kumar Panda</cp:lastModifiedBy>
  <cp:revision>7</cp:revision>
  <dcterms:created xsi:type="dcterms:W3CDTF">2021-03-17T11:33:53Z</dcterms:created>
  <dcterms:modified xsi:type="dcterms:W3CDTF">2021-03-17T13:33:07Z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b5591f2-6b23-403d-aa5f-b6d577f5e572_Enabled">
    <vt:lpwstr>true</vt:lpwstr>
  </property>
  <property fmtid="{D5CDD505-2E9C-101B-9397-08002B2CF9AE}" pid="3" name="MSIP_Label_4b5591f2-6b23-403d-aa5f-b6d577f5e572_SetDate">
    <vt:lpwstr>2021-03-17T11:36:00Z</vt:lpwstr>
  </property>
  <property fmtid="{D5CDD505-2E9C-101B-9397-08002B2CF9AE}" pid="4" name="MSIP_Label_4b5591f2-6b23-403d-aa5f-b6d577f5e572_Method">
    <vt:lpwstr>Standard</vt:lpwstr>
  </property>
  <property fmtid="{D5CDD505-2E9C-101B-9397-08002B2CF9AE}" pid="5" name="MSIP_Label_4b5591f2-6b23-403d-aa5f-b6d577f5e572_Name">
    <vt:lpwstr>4b5591f2-6b23-403d-aa5f-b6d577f5e572</vt:lpwstr>
  </property>
  <property fmtid="{D5CDD505-2E9C-101B-9397-08002B2CF9AE}" pid="6" name="MSIP_Label_4b5591f2-6b23-403d-aa5f-b6d577f5e572_SiteId">
    <vt:lpwstr>311b3378-8e8a-4b5e-a33f-e80a3d8ba60a</vt:lpwstr>
  </property>
  <property fmtid="{D5CDD505-2E9C-101B-9397-08002B2CF9AE}" pid="7" name="MSIP_Label_4b5591f2-6b23-403d-aa5f-b6d577f5e572_ActionId">
    <vt:lpwstr>017697cc-95d6-43e6-8929-0000e9b65073</vt:lpwstr>
  </property>
  <property fmtid="{D5CDD505-2E9C-101B-9397-08002B2CF9AE}" pid="8" name="MSIP_Label_4b5591f2-6b23-403d-aa5f-b6d577f5e572_ContentBits">
    <vt:lpwstr>0</vt:lpwstr>
  </property>
</Properties>
</file>